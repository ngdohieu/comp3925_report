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A86A45-C833-D319-2CBE-31B116B93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B04D130-3FBF-3A5C-E02D-3B1F4F6EF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327C78-0F09-DA0C-DDB1-B56D771F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5AC14A-27EC-CE82-270A-5C4F17FAF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61AA5C-0AE8-83EB-2126-A27301AE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7263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E0C324-54EC-3783-3882-F59CB3A96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0AF285-2CEE-20E8-3588-C86504CF0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05C626-B778-5264-0808-27E806A7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6FCA97-43CD-C825-F822-C7CCAE2D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BCDA6D-BF4F-E04F-59BC-90551977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3657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48DC3-1F2D-0B38-85F9-10EC5D72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64E6E0-F10D-5C4C-3E38-52AF6DE09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634D0C-FACC-B4D9-95DD-150FD2AF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3F66A4-EE4D-2E6E-E5C0-FC0F25F4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5166EB-AC52-5995-A624-3C01C015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770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3548E8-8B19-4708-DF77-B9BC210F5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5E4300-8917-FEB1-2BDF-D3D072717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05876D-391B-E159-8424-5C0EC2CB0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89BEC04-E3A6-7086-7CED-7758AEBA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93E6D0-971F-A2D5-0E7E-8C78CA0CB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9BFD17-AA62-C786-554A-6DCA430D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78163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BF514D-E92F-2FC0-81AF-ED0FD4AE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068F10-0941-A1A8-0651-6F42AD2FA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AFABEB9-F544-B92C-775D-84A06659C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9CFC52A-CA15-914C-108E-C46DF2C04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B0F042-24F9-B004-75F8-0A53C27823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967B7BE-8E19-96A6-7FC0-12E643653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E85F4A7-C494-C311-5ABD-91196AA9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965163F-3616-4738-9EC4-BF824F00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8804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B17866-0A74-76FA-DF01-EB55D5082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9A8A7C-B9CF-3749-59F6-C19C882D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043ED4-3384-6F1C-77AB-519A536B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068EEC-6C4C-5692-EEA2-A45B7975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61095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8F90243-DF67-F48D-058F-CD88940D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A0C23CB-FAA9-9C62-3577-EA73331E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DD7F67-E61E-913B-CF35-C5EED554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8017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3E335E-77D8-6CC6-F42A-4E1ADF8B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B1B881-177E-53BE-8C83-26E16F43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FA0060D-34EA-30FC-4A6E-FC326DE7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2941BF-8F7D-7F4A-614D-1BA5DC58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938711-44E4-0072-3771-FE1AB165D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7C5690-891E-581A-E7DE-FC49121C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85273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3246E5-5BBA-10F8-4384-AF5D6307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E5160E-9DB3-758B-0C70-0216136D1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DADDE85-D942-EF85-BA97-DA706847A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E95BBEA-2AF7-E563-2D0B-938AFE19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1EB0572-7583-BF9D-71F7-5B1B8ACD4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7A70F6-0DAD-8E69-C042-643C6C898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3195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08A08-09FF-7F90-ABB6-6C35C58C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39B4E3-E775-6E8C-CE79-D384D9465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BA4397-2854-CF11-582F-7439535E4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02AD57-2F78-2088-E91F-C4D770B4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1F98E6-433B-A5EF-45A3-5C9F0AD35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333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E09EC7E-74F7-10F7-8B22-AD07EC96C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3E9AE13-139D-DC72-F666-5C01BF2B2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84E2C4-07F5-BEBF-61F2-4BD5C180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8A8F1E-1D9C-154D-B81B-F92A5B2E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89AF08-0CE2-980D-CAB2-22873462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555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33B4ADA-8D14-2517-816C-35374C11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E1F3B5-DB4B-9D42-3697-B1BC10634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8491A2-CB1B-E067-5961-3CDA7AEF9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3314E-2EEE-4599-90C7-CFD666CC1715}" type="datetimeFigureOut">
              <a:rPr lang="zh-HK" altLang="en-US" smtClean="0"/>
              <a:t>4/4/2026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FA49C5-562D-F20A-C645-BB194A053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B7E8C3-518E-9869-A00B-544F4C822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B7E15-C806-4E30-93F9-D4A580F61877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705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EF03D33-8B4E-3FFE-74FF-7B11BF6EE666}"/>
              </a:ext>
            </a:extLst>
          </p:cNvPr>
          <p:cNvSpPr txBox="1"/>
          <p:nvPr/>
        </p:nvSpPr>
        <p:spPr>
          <a:xfrm>
            <a:off x="304800" y="177800"/>
            <a:ext cx="11582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b="1"/>
              <a:t>Temperature vs Visitor Count by Region (Page 1)</a:t>
            </a:r>
            <a:endParaRPr lang="zh-HK" altLang="en-US" b="1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0852F1E-E1FC-E097-19D4-0475AA200EF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68400"/>
            <a:ext cx="5689600" cy="12192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E8FA02E-A7BE-DD0A-DBAF-5E6A6AB914E5}"/>
              </a:ext>
            </a:extLst>
          </p:cNvPr>
          <p:cNvSpPr txBox="1"/>
          <p:nvPr/>
        </p:nvSpPr>
        <p:spPr>
          <a:xfrm>
            <a:off x="304800" y="2413000"/>
            <a:ext cx="5689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sz="1100" b="1"/>
              <a:t>Region: AFR</a:t>
            </a:r>
            <a:endParaRPr lang="zh-HK" altLang="en-US" sz="1100" b="1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8BD6B6C-1FBB-A158-614B-7064B0608FA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168400"/>
            <a:ext cx="5689600" cy="12192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7C14AAE-5F96-2784-B0D5-262E082340AE}"/>
              </a:ext>
            </a:extLst>
          </p:cNvPr>
          <p:cNvSpPr txBox="1"/>
          <p:nvPr/>
        </p:nvSpPr>
        <p:spPr>
          <a:xfrm>
            <a:off x="6197600" y="2413000"/>
            <a:ext cx="5689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sz="1100" b="1"/>
              <a:t>Region: AME</a:t>
            </a:r>
            <a:endParaRPr lang="zh-HK" altLang="en-US" sz="1100" b="1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A504173-99B1-3A2E-210C-30554AF2C3D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46400"/>
            <a:ext cx="5689600" cy="12192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1131C7A-A9BA-2FF6-97CD-E45E542584A4}"/>
              </a:ext>
            </a:extLst>
          </p:cNvPr>
          <p:cNvSpPr txBox="1"/>
          <p:nvPr/>
        </p:nvSpPr>
        <p:spPr>
          <a:xfrm>
            <a:off x="304800" y="4191000"/>
            <a:ext cx="5689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sz="1100" b="1"/>
              <a:t>Region: AUS</a:t>
            </a:r>
            <a:endParaRPr lang="zh-HK" altLang="en-US" sz="1100" b="1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C38F785-15AD-1536-963C-8A3249E2505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724400"/>
            <a:ext cx="5689600" cy="121920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EB3642AC-6FBD-0076-59C3-F6EDC4DAD046}"/>
              </a:ext>
            </a:extLst>
          </p:cNvPr>
          <p:cNvSpPr txBox="1"/>
          <p:nvPr/>
        </p:nvSpPr>
        <p:spPr>
          <a:xfrm>
            <a:off x="6197600" y="5969000"/>
            <a:ext cx="5689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sz="1100" b="1"/>
              <a:t>Region: CHI</a:t>
            </a:r>
            <a:endParaRPr lang="zh-HK" altLang="en-US" sz="1100" b="1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9E9DEA8E-ECD3-2E5F-C928-3A6764A6BF3A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724400"/>
            <a:ext cx="5689600" cy="1219200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50698E76-7A71-C361-C344-A7603337223F}"/>
              </a:ext>
            </a:extLst>
          </p:cNvPr>
          <p:cNvSpPr txBox="1"/>
          <p:nvPr/>
        </p:nvSpPr>
        <p:spPr>
          <a:xfrm>
            <a:off x="304800" y="5969000"/>
            <a:ext cx="5689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sz="1100" b="1"/>
              <a:t>Region: EAST</a:t>
            </a:r>
            <a:endParaRPr lang="zh-HK" altLang="en-US" sz="1100" b="1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976A2357-95E5-50A5-3393-876731BAE02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724400"/>
            <a:ext cx="5689600" cy="1219200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8718BE7E-11E0-B779-1DC9-3F341BC9558A}"/>
              </a:ext>
            </a:extLst>
          </p:cNvPr>
          <p:cNvSpPr txBox="1"/>
          <p:nvPr/>
        </p:nvSpPr>
        <p:spPr>
          <a:xfrm>
            <a:off x="6197600" y="5969000"/>
            <a:ext cx="5689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sz="1100" b="1"/>
              <a:t>Region: EUR</a:t>
            </a:r>
            <a:endParaRPr lang="zh-HK" altLang="en-US" sz="1100" b="1"/>
          </a:p>
        </p:txBody>
      </p:sp>
    </p:spTree>
    <p:extLst>
      <p:ext uri="{BB962C8B-B14F-4D97-AF65-F5344CB8AC3E}">
        <p14:creationId xmlns:p14="http://schemas.microsoft.com/office/powerpoint/2010/main" val="1860994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C7A5429-514C-4FDF-C7C8-C8EBE3E93091}"/>
              </a:ext>
            </a:extLst>
          </p:cNvPr>
          <p:cNvSpPr txBox="1"/>
          <p:nvPr/>
        </p:nvSpPr>
        <p:spPr>
          <a:xfrm>
            <a:off x="304800" y="177800"/>
            <a:ext cx="11582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b="1"/>
              <a:t>Temperature vs Visitor Count by Region (Page 2)</a:t>
            </a:r>
            <a:endParaRPr lang="zh-HK" altLang="en-US" b="1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DE2D352-7629-AC6E-F5D9-0DF68E3A54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68400"/>
            <a:ext cx="5689600" cy="12192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811BAB4-E499-36A1-24F9-0A067B9F5A2E}"/>
              </a:ext>
            </a:extLst>
          </p:cNvPr>
          <p:cNvSpPr txBox="1"/>
          <p:nvPr/>
        </p:nvSpPr>
        <p:spPr>
          <a:xfrm>
            <a:off x="304800" y="2413000"/>
            <a:ext cx="5689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sz="1100" b="1"/>
              <a:t>Region: MAC</a:t>
            </a:r>
            <a:endParaRPr lang="zh-HK" altLang="en-US" sz="1100" b="1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F711A23-1A3A-63F5-D827-5B17D9EDA1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168400"/>
            <a:ext cx="5689600" cy="12192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C62CA9E-664F-DA2B-BAE4-4E9206C7EA62}"/>
              </a:ext>
            </a:extLst>
          </p:cNvPr>
          <p:cNvSpPr txBox="1"/>
          <p:nvPr/>
        </p:nvSpPr>
        <p:spPr>
          <a:xfrm>
            <a:off x="6197600" y="2413000"/>
            <a:ext cx="5689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sz="1100" b="1"/>
              <a:t>Region: NorASIA</a:t>
            </a:r>
            <a:endParaRPr lang="zh-HK" altLang="en-US" sz="1100" b="1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F01751A-408F-7A3C-9357-2671C257C8E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46400"/>
            <a:ext cx="5689600" cy="12192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B9F25F5-C389-1D32-092C-3462EE44ED86}"/>
              </a:ext>
            </a:extLst>
          </p:cNvPr>
          <p:cNvSpPr txBox="1"/>
          <p:nvPr/>
        </p:nvSpPr>
        <p:spPr>
          <a:xfrm>
            <a:off x="304800" y="4191000"/>
            <a:ext cx="5689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sz="1100" b="1"/>
              <a:t>Region: SouASIA</a:t>
            </a:r>
            <a:endParaRPr lang="zh-HK" altLang="en-US" sz="1100" b="1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F374073-01B0-B2E1-3E26-6ADC7165723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724400"/>
            <a:ext cx="5689600" cy="121920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02306F33-8EE6-966D-CFF8-7483FC7931AB}"/>
              </a:ext>
            </a:extLst>
          </p:cNvPr>
          <p:cNvSpPr txBox="1"/>
          <p:nvPr/>
        </p:nvSpPr>
        <p:spPr>
          <a:xfrm>
            <a:off x="6197600" y="5969000"/>
            <a:ext cx="5689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HK" sz="1100" b="1"/>
              <a:t>Region: TAI</a:t>
            </a:r>
            <a:endParaRPr lang="zh-HK" altLang="en-US" sz="1100" b="1"/>
          </a:p>
        </p:txBody>
      </p:sp>
    </p:spTree>
    <p:extLst>
      <p:ext uri="{BB962C8B-B14F-4D97-AF65-F5344CB8AC3E}">
        <p14:creationId xmlns:p14="http://schemas.microsoft.com/office/powerpoint/2010/main" val="2778400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寬螢幕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 Wong</dc:creator>
  <cp:lastModifiedBy>MY Wong</cp:lastModifiedBy>
  <cp:revision>1</cp:revision>
  <dcterms:created xsi:type="dcterms:W3CDTF">2026-04-04T14:11:22Z</dcterms:created>
  <dcterms:modified xsi:type="dcterms:W3CDTF">2026-04-04T14:11:23Z</dcterms:modified>
</cp:coreProperties>
</file>